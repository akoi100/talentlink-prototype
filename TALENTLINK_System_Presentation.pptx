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CO-CURRICULAR INTELLIGENCE &amp; TALENT SCOUTING PLATFORM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TALENTLINK &amp; SCOUTING PLATFORM</a:t>
            </a:r>
          </a:p>
          <a:p>
            <a:pPr>
              <a:defRPr sz="1600">
                <a:solidFill>
                  <a:srgbClr val="0099A8"/>
                </a:solidFill>
              </a:defRPr>
            </a:pPr>
            <a:r>
              <a:t>Netscout-Inspired Clean White Design • Precision Tracking for Schools, Referees, Adjudicators &amp; Scouts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• Categories: Sports (Indoor), Sports (Outdoor), Music &amp; Drama</a:t>
            </a:r>
            <a:br/>
            <a:r>
              <a:t>• Feeders: Official Referee (Sports), Adjudicator (Arts), Judge (Awards)</a:t>
            </a:r>
            <a:br/>
            <a:r>
              <a:t>• Features: Floating Subnav Pill Bar, Verified Match Scores, Performance Video Feeds, Minor Data Privacy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TALENTLINK &amp; SCOUTING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Summary: Modernizing Co-Curricular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13455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86481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11D48"/>
                </a:solidFill>
              </a:defRPr>
            </a:pPr>
            <a:r>
              <a:t>The Challenge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Traditional school co-curricular records are paper-bound, prone to inflation, and disconnected from verified scouts. High-performing students lack a credible, tamper-resistant athletic and creative arts transcript.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13455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86481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The Solution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TALENTLINK provides an authentic digital record where certified field officials (Referees, Adjudicators, Judges) log verified scores, time-stamped videos, and standardized rubric evaluations.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413455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0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103120"/>
            <a:ext cx="286481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9A8"/>
                </a:solidFill>
              </a:defRPr>
            </a:pPr>
            <a:r>
              <a:t>Netscout White UI/UX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Engineered with a clean white aesthetic, crisp elevation shadows, floating pill sub-navigation, and authentic card layouts that eliminate artificial clutter.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TALENTLINK &amp; SCOUTING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Sitemap &amp; Floating Subnav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134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47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9A8"/>
                </a:solidFill>
              </a:defRPr>
            </a:pPr>
            <a:r>
              <a:t>1. Scout Talent Hub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Multi-criteria search, radar metrics, performance video reels, and recruitment outreach dispatch.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134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047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2. Referee Center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Match logging for Indoor &amp; Outdoor sports, live point steppers, cards, and game film uploads.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4134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11680"/>
            <a:ext cx="3047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3. Adjudicator Desk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Standardized 5-criteria performance rubric for music and stage drama with critique remarks.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34134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3047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4. Judge Awards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Podium championship standings, gold/silver medal honors, and formal judicial citations.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114800"/>
            <a:ext cx="34134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297680"/>
            <a:ext cx="3047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9A8"/>
                </a:solidFill>
              </a:defRPr>
            </a:pPr>
            <a:r>
              <a:t>5. Student CV Portal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Verified co-curricular transcripts, digital badges, stats summary, and exportable CV sheets.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114800"/>
            <a:ext cx="34134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297680"/>
            <a:ext cx="3047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6. Admin Oversight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Institutional node management, compliance with minor data protection, and scout approvals.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TALENTLINK &amp; SCOUTING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Core Disciplines &amp; Categorization Taxonomy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134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8648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99A8"/>
                </a:solidFill>
              </a:defRPr>
            </a:pPr>
            <a:r>
              <a:t>Sports (Indoor Category)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🏸 Table Tennis</a:t>
            </a:r>
            <a:br/>
            <a:r>
              <a:t>🏸 Badminton</a:t>
            </a:r>
            <a:br/>
            <a:r>
              <a:t>🎾 Lawn Tennis</a:t>
            </a:r>
            <a:br/>
            <a:r>
              <a:t>♟️ Chess</a:t>
            </a:r>
            <a:br/>
            <a:r>
              <a:t>🏀 Basketball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Focus: Court agility, strategy, and rapid reaction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134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8648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59669"/>
                </a:solidFill>
              </a:defRPr>
            </a:pPr>
            <a:r>
              <a:t>Sports (Outdoor Category)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⚽ Football (11-a-side)</a:t>
            </a:r>
            <a:br/>
            <a:r>
              <a:t>🏉 Rugby (Sevens &amp; XVs)</a:t>
            </a:r>
            <a:br/>
            <a:r>
              <a:t>🏐 Volleyball</a:t>
            </a:r>
            <a:br/>
            <a:r>
              <a:t>🏑 Hockey</a:t>
            </a:r>
            <a:br/>
            <a:r>
              <a:t>🏃 Athletics (Track &amp; Field)</a:t>
            </a:r>
            <a:br/>
            <a:r>
              <a:t>🤾 Handball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Focus: Endurance, tactical positioning, and physical strength.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4134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103120"/>
            <a:ext cx="28648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11D48"/>
                </a:solidFill>
              </a:defRPr>
            </a:pPr>
            <a:r>
              <a:t>Music and Drama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🎤 Choral &amp; Solo Singing</a:t>
            </a:r>
            <a:br/>
            <a:r>
              <a:t>🎻 Instrumental &amp; Ensembles</a:t>
            </a:r>
            <a:br/>
            <a:r>
              <a:t>📜 Spoken Word &amp; Poetry</a:t>
            </a:r>
            <a:br/>
            <a:r>
              <a:t>🎭 Stage Drama &amp; Plays</a:t>
            </a:r>
            <a:br/>
            <a:r>
              <a:t>💃 Cultural Dance &amp; Movement</a:t>
            </a:r>
          </a:p>
          <a:p>
            <a:br/>
            <a:pPr>
              <a:defRPr sz="1100">
                <a:solidFill>
                  <a:srgbClr val="64748B"/>
                </a:solidFill>
              </a:defRPr>
            </a:pPr>
            <a:r>
              <a:t>Focus: Pitch accuracy, stage presence, delivery, and creative merit.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TALENTLINK &amp; SCOUTING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Feeder Ecosystem: Dedicated Evaluator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134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8648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59669"/>
                </a:solidFill>
              </a:defRPr>
            </a:pPr>
            <a:r>
              <a:t>Referee (Sports)</a:t>
            </a:r>
          </a:p>
          <a:p>
            <a:pPr>
              <a:defRPr sz="1200">
                <a:solidFill>
                  <a:srgbClr val="0099A8"/>
                </a:solidFill>
              </a:defRPr>
            </a:pPr>
            <a:r>
              <a:t>⚽ Lead Field Official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Jurisdiction: All 5 Indoor &amp; 6 Outdoor Sports</a:t>
            </a:r>
            <a:br/>
            <a:r>
              <a:t>• Logs scorelines, points, and fouls with steppers</a:t>
            </a:r>
            <a:br/>
            <a:r>
              <a:t>• Submits disciplinary cards and MVP nominations</a:t>
            </a:r>
            <a:br/>
            <a:r>
              <a:t>• Uploads and verifies official match film clips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134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03120"/>
            <a:ext cx="28648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11D48"/>
                </a:solidFill>
              </a:defRPr>
            </a:pPr>
            <a:r>
              <a:t>Adjudicator (Music &amp; Drama)</a:t>
            </a:r>
          </a:p>
          <a:p>
            <a:pPr>
              <a:defRPr sz="1200">
                <a:solidFill>
                  <a:srgbClr val="0099A8"/>
                </a:solidFill>
              </a:defRPr>
            </a:pPr>
            <a:r>
              <a:t>🎭 Performance Arts Critic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Jurisdiction: Standardized 100-point rubric</a:t>
            </a:r>
            <a:br/>
            <a:r>
              <a:t>• Evaluates 5 Key Standards:</a:t>
            </a:r>
            <a:br/>
            <a:r>
              <a:t>  1. Vocal Tone &amp; Resonance (20 pts)</a:t>
            </a:r>
            <a:br/>
            <a:r>
              <a:t>  2. Diction &amp; Articulation (20 pts)</a:t>
            </a:r>
            <a:br/>
            <a:r>
              <a:t>  3. Rhythm &amp; Timing (20 pts)</a:t>
            </a:r>
            <a:br/>
            <a:r>
              <a:t>  4. Stage Presence (20 pts)</a:t>
            </a:r>
            <a:br/>
            <a:r>
              <a:t>  5. Technical Precision (20 pts)</a:t>
            </a:r>
            <a:br/>
            <a:r>
              <a:t>• Submits timed critiques &amp; performance clips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4134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103120"/>
            <a:ext cx="28648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Judge (Music &amp; Drama)</a:t>
            </a:r>
          </a:p>
          <a:p>
            <a:pPr>
              <a:defRPr sz="1200">
                <a:solidFill>
                  <a:srgbClr val="0099A8"/>
                </a:solidFill>
              </a:defRPr>
            </a:pPr>
            <a:r>
              <a:t>⚖️ Championship Bench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Jurisdiction: Competitive ranking &amp; honors</a:t>
            </a:r>
            <a:br/>
            <a:r>
              <a:t>• Determines 1st Place (Gold), 2nd (Silver), 3rd (Bronze)</a:t>
            </a:r>
            <a:br/>
            <a:r>
              <a:t>• Issues formal judicial citations of artistic merit</a:t>
            </a:r>
            <a:br/>
            <a:r>
              <a:t>• Triggers tamper-resistant digital badge credentialing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TALENTLINK &amp; SCOUTING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Talent Scouting &amp; Discovery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14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0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9A8"/>
                </a:solidFill>
              </a:defRPr>
            </a:pPr>
            <a:r>
              <a:t>Step 1: Multi-Criteria Filter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Scouts filter candidates across Indoor Sports, Outdoor, Drama, age brackets (14-16, 16-18), verified overall rating, and key skills.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20240"/>
            <a:ext cx="2514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9456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Step 2: Profile &amp; Video Review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Scouts inspect student performance radar charts, cumulative match logs, official certifications, and watch verified 1080p performance reels.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2514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Step 3: Institutional Outreach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Scouts initiate a secure recruitment inquiry specifying the scholarship or trial purpose. Direct minor contact is prevented.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920240"/>
            <a:ext cx="2514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19456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Step 4: Principal Authorization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School administration reviews the recruitment request, verifies scout credentials, and coordinates parent/guardian liaison.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TALENTLINK &amp; SCOUTING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Security, Privacy &amp; Web Design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422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6936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11D48"/>
                </a:solidFill>
              </a:defRPr>
            </a:pPr>
            <a:r>
              <a:t>Data Minimization &amp; Minor Protection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Students are minors; therefore, personally identifiable information (PII) like phone numbers and home addresses are masked. All communication is strictly mediated through verified school principals.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422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6936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Tamper-Evident Credentialing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Milestone records, referee scorecards, and festival awards are bound to digital audit IDs, preventing fraudulent score manipulation or retroactive metric alterations.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422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00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46936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9A8"/>
                </a:solidFill>
              </a:defRPr>
            </a:pPr>
            <a:r>
              <a:t>Role-Based Access Control (RBAC)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Referees only edit match logs; Adjudicators grade performance rubrics; Judges issue competitive medals; Scouts have read-only access to approved public profiles.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2422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6936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Netscout Clean Web Principles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High contrast accessibility, responsive mobile-first grids, clear visual hierarchies, fast load times, and authentic clean white layout without confusing AI clutter.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TALENTLINK &amp; SCOUTING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Student Extracurricular CV &amp; Portable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The Modern Co-Curricular Transcript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• Cumulative Extracurricular GPA: Validated by certified league referees and festival adjudicators.</a:t>
            </a:r>
            <a:br/>
            <a:r>
              <a:t>• Dual-Track Showcase: Accommodates multi-talented students (e.g., Basketball Captain who is also Stage Drama Lead).</a:t>
            </a:r>
            <a:br/>
            <a:r>
              <a:t>• Exportable &amp; Printable: Generates official PDF/print transcripts for college admissions and athletic academies.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0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9A8"/>
                </a:solidFill>
              </a:defRPr>
            </a:pPr>
            <a:r>
              <a:t>Verified Portfolio Components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1. Verified Badges: e.g., 'County MVP 2025', 'Best Stage Actor Silver', 'FIDE Chess Champion'.</a:t>
            </a:r>
            <a:br/>
            <a:r>
              <a:t>2. Performance Video Tape: Direct playback of key rallies, solo vocal performances, and match points.</a:t>
            </a:r>
            <a:br/>
            <a:r>
              <a:t>3. Standardized Radar Metrics: Technique, Agility, Stamina, Leadership, and Academic Discipline.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TALENTLINK &amp; SCOUTING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Components &amp; Software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14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0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9A8"/>
                </a:solidFill>
              </a:defRPr>
            </a:pPr>
            <a:r>
              <a:t>Frontend Presentation Layer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Pure Semantic HTML5, Modular CSS3, and Google Display Typography (Outfit &amp; Open Sans). High-performance zero-lag DOM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20240"/>
            <a:ext cx="2514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9456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Reactive State Controller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Pure ES6+ event bus (`app.js`) handling role permissions, view routing, real-time rubric calculations, and modal management.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2514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Domain Model &amp; Data Layer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Structured data schemas (`data.js`) defining categories, activities, official feeder credentials, talents, and audit logs.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920240"/>
            <a:ext cx="2514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19456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Media &amp; Offline Engine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Video player emulation with timestamp validation, compressed performance clip pointers, and offline local persistence queue.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TALENTLINK &amp; SCOUTING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End-to-End Operational 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The Verified Talent Pipeline (From Field Match to College Recruitment)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1. Match / Event Occurrence: Tournament takes place across indoor sports courts, outdoor fields, or festival theaters.</a:t>
            </a:r>
            <a:br/>
            <a:r>
              <a:t>2. Official Feeder Ingestion:</a:t>
            </a:r>
            <a:br/>
            <a:r>
              <a:t>   • Referees log sport scorelines, MVP, and game tape.</a:t>
            </a:r>
            <a:br/>
            <a:r>
              <a:t>   • Adjudicators evaluate 5-criteria performance rubric out of 100 with time-stamped critiques.</a:t>
            </a:r>
            <a:br/>
            <a:r>
              <a:t>   • Judges finalize podium rankings and issue gold/silver/bronze commendations.</a:t>
            </a:r>
            <a:br/>
            <a:r>
              <a:t>3. Automated Ledger Verification: Metrics are bound to the student's immutable profile with audit logs.</a:t>
            </a:r>
            <a:br/>
            <a:r>
              <a:t>4. Scout Discovery: Accredited talent recruiters search candidate radar metrics and view verified video reels.</a:t>
            </a:r>
            <a:br/>
            <a:r>
              <a:t>5. Mediated Institutional Outreach: Scouts submit formal scholarship inquiries approved by the school principal.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TALENTLINK &amp; SCOUTING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Prototype Walkthrough: Key UI Screens in 'NEW SYSTEM'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14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Screen 1: Match Center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Dedicated Referee interface featuring sport selector (Indoor &amp; Outdoor), team rosters, +/- score steppers, fouls, and video clip URL.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20240"/>
            <a:ext cx="2514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9456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Screen 2: Adjudication Desk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Interactive rubric sliders (Tone, Diction, Rhythm, Presence, Technique) dynamically totaling 100 points with live qualitative verdict input.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2514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09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99A8"/>
                </a:solidFill>
              </a:defRPr>
            </a:pPr>
            <a:r>
              <a:t>Screen 3: Talent Directory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Live filtering by category, sport, and search keywords. Cards display ratings, badges, video preview ribbons, and recruitment buttons.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920240"/>
            <a:ext cx="2514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194560"/>
            <a:ext cx="2148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Screen 4: Admin Oversight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Institutional dashboard for school principals to inspect audit feeds, manage compliance, and approve incoming scout inquiries.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TALENTLINK &amp; SCOUTING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Summary, Impact &amp; Future Horizons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TALENTLINK &amp; SCOUTING PLATFORM: Empowering the Next Generation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• Netscout-Inspired Clean White Design: Clean, responsive, and purposeful interface built with professional web standards.</a:t>
            </a:r>
            <a:br/>
            <a:r>
              <a:t>• Comprehensive Scope: Encompasses all 5 Indoor Sports, 6 Outdoor Sports, and 5 Music &amp; Drama artistic disciplines.</a:t>
            </a:r>
            <a:br/>
            <a:r>
              <a:t>• Trusted Feeders: Referees, Adjudicators, and Judges provide authoritative verification for true meritocracy.</a:t>
            </a:r>
            <a:br/>
            <a:r>
              <a:t>• Child Protection &amp; Privacy: Ethical web principles ensure minors are protected while their talents shine.</a:t>
            </a:r>
            <a:br/>
            <a:br/>
            <a:r>
              <a:t>Delivered into folder: /NEW SYSTEM/</a:t>
            </a:r>
            <a:br/>
            <a:r>
              <a:t>Prototype Files: index.html • css/style.css • js/data.js • js/app.js</a:t>
            </a:r>
            <a:br/>
            <a:r>
              <a:t>Documentation: TALENTLINK_System_Specification_and_Prototype_Guide.pdf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